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 MANAGEMENT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Project Manager Dashboard and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 Project Manager uses the command-center dashboard to monitor workload, inspect pending items, and launch the next operational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/accounts/dev-login/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Project Manager Dashboard and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/accounts/dev-login/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dashboard centralizes ticket KPIs, quick links, pending support reviews, a high-priority queue, and operational drill-downs.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Campaign filters can change the dashboard scope without leaving the page.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page is the fastest way to move from monitoring into ticket creation or deeper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find current workload, pending support reviews, and urgent tickets without leaving `/app/`.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explain when to stay on the dashboard versus when to open ticketing or performance 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Sign in and open the PM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primary operational entry point for PM-led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Review summary KPIs and the current queue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find current workload, pending support reviews, and urgent tickets without leaving `/app/`.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Launch the next action from the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explain when to stay on the dashboard versus when to open ticketing or performance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Sign in and open the PM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PM dashboard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development login shortcut or the standard authenticated sign-in flow, then open `/app/`.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dashboard hero area, campaign filter, and quick links for ticketing and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primary operational entry point for PM-led work.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lands on the dashboard without needing to open multiple admin pages.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In the demo environment, `/accounts/dev-login/` is the fastest path for capture and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Review summary KPIs and the current queue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PM dashboard KPI and queue breakdown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Scan the KPI cards and category, status, and priority breakdowns.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Decision-ready counts for total tickets, open work, critical issues, and queue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lets the PM understand workload and urgency before drilling into the queue.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knows which queue slices deserve immediate attention.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dashboard-operational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category and status blocks to explain how the dashboard surfaces bottlenecks without opening the full ticket list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Start every PM training session here to establish a consistent operating rhythm.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pending-review table as the bridge into the unresolved support workflow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seeded demo environment on 2026-04-11.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DASHBOARD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find current workload, pending support reviews, and urgent tickets without leaving `/app/`.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explain when to stay on the dashboard versus when to open ticketing or performance 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docs/testing-guide.md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