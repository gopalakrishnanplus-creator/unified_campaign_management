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Platform Overview and Role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Explain the live product surface, the implemented user roles, and the handoff points between self-service support, project-management triage, and ticket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Internal trainer, implementation lead, or any new team member onboarding to the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Platform Overview and Role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Internal trainer, implementation lead, or any new team member onboarding to the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product is a Django-based campaign operations hub with public support experiences and authenticated PM/ticketing dashboards.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Self-service users enter through role-specific support hubs, while internal teams use the PM dashboard, ticket queue, and reporting pages.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implemented product centers on support enablement, escalation, reporting, and ticket routing rather than separate branded portals for every role.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can name the implemented user roles and their starting pages.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can explain how public support flows hand unresolved issues into the PM dashboard.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understands that the codebase currently emphasizes support, PM operations, reporting, and ticketing over custom role-specific portals.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Role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How the implemented roles hand work off across the live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15768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25496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Department Owner / Support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65576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75304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Doctor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15384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Clinic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65192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Brand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20574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267712"/>
            <a:ext cx="1920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Role-based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56032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Landing pages, FAQs, widgets, assistant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05740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267712"/>
            <a:ext cx="2011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</a:rPr>
              <a:t>PM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560320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Triage, review, escalation, performance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057400"/>
            <a:ext cx="29260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267712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Ticket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56032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Department queue, notes, status, routing</a:t>
            </a:r>
          </a:p>
        </p:txBody>
      </p:sp>
      <p:sp>
        <p:nvSpPr>
          <p:cNvPr id="29" name="Chevron 28"/>
          <p:cNvSpPr/>
          <p:nvPr/>
        </p:nvSpPr>
        <p:spPr>
          <a:xfrm>
            <a:off x="2670048" y="2240280"/>
            <a:ext cx="32004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5468112" y="2240280"/>
            <a:ext cx="32004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8302752" y="2240280"/>
            <a:ext cx="320040" cy="41148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54680" y="3749039"/>
            <a:ext cx="83210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3886199"/>
            <a:ext cx="799185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to tell learners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9272" y="4160519"/>
            <a:ext cx="7991856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External roles start in public support centers, not in separate operational portals.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Project Managers own triage, unresolved support reviews, and campaign performance monitoring.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Department owners execute the ticket lifecycle inside the scoped queue and ticket detail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platform 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Platform home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root URL to view the shared navigation and campaign landing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public home page with campaign summary content plus links into every role-specific support center.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simplest way to orient a new user to the main product surfaces before discussing role-specific tasks.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trainer can point to the support-role navigation, sign-in path, and campaign context on one screen.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this step to explain that most external users stay in the public support flows, while internal users move into authenticated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Explain the internal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Project Management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Move from the public home page into the Project Management dashboard after sign-in.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decision-focused dashboard with ticket KPIs, pending PM reviews, and navigation to ticketing and performance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screen anchors every internal workflow and shows where unresolved external issues are managed.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New team members understand that `/app/` is the operational hub for PM-led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project-manag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PM dashboard is the main internal entry point for project managers and is prioritized throughout this pack.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Show the self-service support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Role-based support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a live role-specific support center such as Doctor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Page-wise FAQ cards, widget launch links, and escalation options that feed the PM queue.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shows how external users begin a support journey without requiring a separate authenticated portal.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understands where self-service begins and how issues reach the internal team if unresolved.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doctor-suppor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implementation differs from older extracted notes that describe richer standalone portals for some 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Connect role handoffs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 support entry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Walk through the role map from support user to PM review to departmental ticket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clear explanation of where each workflow starts, what happens when an issue is unresolved, and which role owns the next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gives trainers a single narrative to introduce the whole system before diving into detail decks.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Participants can describe the high-level journey without needing to inspect the codebase.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field-rep-suppor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role map and flow diagram in this manual when presenting to new internal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Lead with the PM dashboard, because it ties together support escalation, ticketing, and campaign performance.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Call out the difference between live product behavior and older extracted notes where necessary.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application on 2026-04-11. Older extracted notes mention richer role-specific portals, but the implemented product surface is primarily role-specific support centers plus PM and ticketing dashboards.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PLATFORM OVERVIEW AND ROLE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can name the implemented user roles and their starting pages.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can explain how public support flows hand unresolved issues into the PM dashboard.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understands that the codebase currently emphasizes support, PM operations, reporting, and ticketing over custom role-specific portals.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docs/extracted/our-systems.txt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docs/extracted/customer-support.txt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docs/extracted/ticketing.txt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