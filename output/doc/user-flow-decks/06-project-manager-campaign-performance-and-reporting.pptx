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PROJECT MANAGEMENT &amp;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Project Manager Campaign Performance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how a Project Manager reviews campaign performance, subsystem metrics, and reporting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Project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/app/performance/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performance-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Project Manager Campaign Performance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Project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/app/performance/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performance dashboard separates analytical review from the PM dashboard’s operational triage surface.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It aggregates campaign metrics, subsystem sections, adoption data, and external growth metrics.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reporting contracts page exposes the expected JSON contract for downstream integration or validation.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use the performance dashboard to review campaign health independently from ticket triage.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knows where to inspect the reporting payload contract when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CAMPAIGN PERFORMANCE AND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the campaign performance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keeps analytical review separate from the main ticket operations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Review campaign KPIs and subsystem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PM can use the performance dashboard to review campaign health independently from ticket triage.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Use performance insights to inform operational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PM knows where to inspect the reporting payload contract when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CAMPAIGN PERFORMANCE AND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Open the campaign performance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Campaign performance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From the PM dashboard, choose `Campaign performance` or navigate directly to `/app/performance/`.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performance-oriented dashboard with campaign filter controls and metric sections.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keeps analytical review separate from the main ticket operations surface.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switch from triage mode into performance review without losing campaign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performance-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the campaign filter to demonstrate how PMs can narrow the scope when discussing a single program.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CAMPAIGN PERFORMANCE AND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Review campaign KPIs and subsystem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Performance metrics and subsystem sections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Scroll through the subsystem blocks and supporting KPI cards.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Live-or-fallback reporting sections for Red Flag Alert, In-clinic, Patient Education, adoption, and external growth.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where the PM reviews health and growth across delivery systems.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describe current performance without manually aggregating multiple reporting feeds.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performance-dashboard-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If live data is unavailable, the UI still presents fallback content sourced from local snapshots.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CAMPAIGN PERFORMANCE AND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Open the reporting contracts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Reporting contracts reference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Navigate to `/reporting/contracts/` from the global nav.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human-readable reporting contract page that documents the expected payload structure.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helps PMs, analysts, and implementers align on what the reporting APIs return.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knows where to find contract definitions when investigating metric discrepancies.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-reporting-contr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This page is especially useful during cross-team troubleshooting or data-validation conversations.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CAMPAIGN PERFORMANCE AND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4. Use performance insights to inform operational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Performance dashboard operational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Cross-reference performance findings with ticketing and PM triage as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clear separation between analytical review and operational workflows, linked through shared campaign scope.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PMs often move from performance anomalies into ticketing or support follow-up.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connect performance review to operational follow-through.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4-performance-dashboard-system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This workflow intentionally complements, rather than duplicates, the main PM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CAMPAIGN PERFORMANCE AND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Keep this workflow distinct from the PM dashboard so trainees understand which page is for action versus analysis.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one campaign-filter example to show how the same program can be tracked across operations and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using the performance dashboard and reporting contract page on 2026-04-11.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PROJECT MANAGER CAMPAIGN PERFORMANCE AND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can use the performance dashboard to review campaign health independently from ticket triage.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PM knows where to inspect the reporting payload contract when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docs/reporting-api-contract.md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docs/testing-guide.md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