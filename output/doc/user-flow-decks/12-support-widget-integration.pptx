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908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0" y="548640"/>
            <a:ext cx="201168" cy="5669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TECHNICAL ENABLEMENT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28803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 Display"/>
              </a:rPr>
              <a:t>Support Widget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Document how an implementation partner or trainer discovers the available support links and uses the embeddable widget endpoints.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617720"/>
            <a:ext cx="1325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4764024"/>
            <a:ext cx="1051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PRIMARY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056632"/>
            <a:ext cx="105156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Implementation partner, trainer, or technical owner embedding support content into another property.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4617720"/>
            <a:ext cx="1417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30552" y="4764024"/>
            <a:ext cx="1143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ENTRY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0552" y="5056632"/>
            <a:ext cx="114300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/support/api/doctor/faq-links/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640080"/>
            <a:ext cx="69951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1-faq-links-a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014412"/>
            <a:ext cx="6995160" cy="43719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0" y="5989320"/>
            <a:ext cx="6858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Verified against the live application on 2026-04-11.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WORKFLOW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Support Widget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A training-ready summary of the workflow entry point, ownership, and outcomes.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37744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523744"/>
            <a:ext cx="2194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PRIMARY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816352"/>
            <a:ext cx="219456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Implementation partner, trainer, or technical owner embedding support content into another property.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72968" y="2377440"/>
            <a:ext cx="2651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2523744"/>
            <a:ext cx="2377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ENTRY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816352"/>
            <a:ext cx="237744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/support/api/doctor/faq-links/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98464" y="237744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3056" y="2523744"/>
            <a:ext cx="2194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VERIFIED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2816352"/>
            <a:ext cx="219456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2026-04-11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2377440"/>
            <a:ext cx="2651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05672" y="2523744"/>
            <a:ext cx="2377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5672" y="2816352"/>
            <a:ext cx="237744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3611880"/>
            <a:ext cx="566928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3749040"/>
            <a:ext cx="534009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Workflow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4023360"/>
            <a:ext cx="5340096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application exposes JSON link catalogs and embeddable page-wise or combination widgets for role-specific support content.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Partners can use the FAQ links API to discover available pages and then embed a widget URL in another product surface.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Unresolved issues raised from widgets still flow back into the PM review queue, preserving the support context.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3611880"/>
            <a:ext cx="493776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3749040"/>
            <a:ext cx="46085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Success criteria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4023360"/>
            <a:ext cx="4608576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A partner can find the available support pages and widgets for a role.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A partner understands how embedded support escalations continue into PM review.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SUPPORT WIDGET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Decision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Use this slide to explain how the workflow branches from entry to completion.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03120"/>
            <a:ext cx="30175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2304288"/>
            <a:ext cx="1170432" cy="310896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3591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START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7432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 Display"/>
              </a:rPr>
              <a:t>Inspect the FAQ links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456432"/>
            <a:ext cx="261518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This is the discovery layer for downstream integration and link export.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2103120"/>
            <a:ext cx="30175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43400" y="2304288"/>
            <a:ext cx="1170432" cy="310896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3128" y="23591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CONTINUE WHEN RESOLVED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27432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 Display"/>
              </a:rPr>
              <a:t>Open a page-wise widget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3456432"/>
            <a:ext cx="261518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A partner can find the available support pages and widgets for a role.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2103120"/>
            <a:ext cx="30175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0" y="2304288"/>
            <a:ext cx="1170432" cy="31089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82128" y="23591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ESCALATE OR HAND 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27432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 Display"/>
              </a:rPr>
              <a:t>Understand the escalation handoff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0688" y="3456432"/>
            <a:ext cx="261518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A partner understands how embedded support escalations continue into PM 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SUPPORT WIDGET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1. Inspect the FAQ links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FAQ links API response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057400"/>
            <a:ext cx="1110996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-faq-links-a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5284" y="2057400"/>
            <a:ext cx="5340096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30352" y="5532120"/>
            <a:ext cx="36576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5669280"/>
            <a:ext cx="332841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5943600"/>
            <a:ext cx="332841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Open a FAQ links API endpoint such as `/support/api/doctor/faq-links/`.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4256" y="5532120"/>
            <a:ext cx="36118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5669280"/>
            <a:ext cx="328269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Expected 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5943600"/>
            <a:ext cx="328269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implementation owner can identify which page or widget URL to embed.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5532120"/>
            <a:ext cx="3557016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5669280"/>
            <a:ext cx="322783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Trainer note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5943600"/>
            <a:ext cx="322783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repo also includes exported link files in `docs/` for quick reference.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SUPPORT WIDGET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2. Open a page-wise widget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Page-wise support widget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Use one of the returned widget URLs and open it in standalone mode or with `?embed=1`.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A compact support bot with section selection, question selection, and unresolved issue capture.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This is the embeddable support surface that partner systems can consume directly.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widget is ready to embed into another system or training environment.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2-page-wise-wi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361" y="2103120"/>
            <a:ext cx="49191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The widget is intentionally iframe-friendly and optimized for compact support access.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SUPPORT WIDGET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3. Open a combination widget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Combination support widget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Use a category-level widget endpoint for a role and open it in standalone mode.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A category-specific widget showing questions for a narrower support slice.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Combination widgets support more targeted embed scenarios than full page-wise widgets.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implementation owner understands when to use page-wise versus category-level widgets.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3-combination-wi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361" y="2103120"/>
            <a:ext cx="49191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This distinction is helpful when integrating into screen-specific help drawers or microsites.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SUPPORT WIDGET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4. Understand the escalation handoff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Widget escalation context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Review how unresolved widget issues move into the PM review queue.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A consistent escalation path that preserves widget context and PM-review routing.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Partners need to know that embedded support still feeds the internal operations workflow.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integration owner can explain how widget-originated support issues are handled downstream.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4-widget-escalation-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111" y="2103120"/>
            <a:ext cx="57956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Reference the PM review workflow deck when teaching the full end-to-end escalation path.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SUPPORT WIDGET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Trainer Tips and Common Issues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Use this slide to coach facilitators on pacing, known caveats, and product reality.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54864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515721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Trainer tips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515721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Show both the API discovery response and the rendered widget so the integration path feels concrete.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2103120"/>
            <a:ext cx="54406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240280"/>
            <a:ext cx="511149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Status and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514600"/>
            <a:ext cx="511149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Live-verified against the FAQ links API and rendered widgets on 2026-04-11.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SUPPORT WIDGET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Close-Out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End the walkthrough by confirming success and pointing learners to the next reference.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240280"/>
            <a:ext cx="548640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377440"/>
            <a:ext cx="515721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Aptos"/>
              </a:rPr>
              <a:t>Success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651760"/>
            <a:ext cx="515721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A partner can find the available support pages and widgets for a role.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A partner understands how embedded support escalations continue into PM review.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2240280"/>
            <a:ext cx="544068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377440"/>
            <a:ext cx="511149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Related documents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651760"/>
            <a:ext cx="511149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README.md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docs/support-widget-integration.md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docs/support-widget-links.md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docs/support-widget-page-links.md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523036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Source of truth: live app, then code/templates, then project docs. Verified on 2026-04-11.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