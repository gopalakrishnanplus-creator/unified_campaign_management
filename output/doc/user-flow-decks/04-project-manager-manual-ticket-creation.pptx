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PROJECT MANAGEMENT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Project Manager Manual Ticket Creation and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how a Project Manager creates a new ticket directly from the ticketing workspace when the issue did not originate in the support assistant or widget.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/ticketing/new/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ticket-crea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Project Manager Manual Ticket Creation and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/ticketing/new/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create tickets directly from `/ticketing/new/` using the configured categories, ticket types, and departments.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form supports category and ticket-type selection, source-system tagging, campaign association, requester details, and status/priority defaults.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On submission, the PM lands directly on the ticket detail page to continue routing or execution.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create a new ticket without relying on a support-originated request.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ticket appears in the queue with the expected category, department, and requester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MANUAL TICKET CREATION AND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the ticket creation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is the starting point for manually raised internal issues, back-office requests, or PM-created escalations.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Complete classification and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PM can create a new ticket without relying on a support-originated request.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Return to the queue and validate the 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ticket appears in the queue with the expected category, department, and requester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MANUAL TICKET CREATION AND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Open the ticket creation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Manual ticket creation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From the PM dashboard or ticket queue, choose `Create ticket`.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form for the title, description, category, ticket type, user type, source system, priority, department, campaign, and requester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starting point for manually raised internal issues, back-office requests, or PM-created escalations.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is ready to enter the full routing payload for the new issue.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ticket-crea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the live form to show the seeded department and taxonomy options during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MANUAL TICKET CREATION AND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Complete classification and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Manual ticket routing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Choose the ticket category, type, priority, department, and campaign, then confirm the requester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routing-ready form that can classify the ticket before it is created.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Correct classification and routing reduce rework later in the lifecycle.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form is complete and ready to submit.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ticket-create-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If the desired type is missing, the PM can create a new ticket type inline during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MANUAL TICKET CREATION AND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Create the ticket and review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Manual ticket detail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Submit the form and open the resulting ticket detail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new ticket with the chosen classification, assignment, requester details, and workflow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where the PM confirms the new issue entered the system as expected.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ticket exists in the queue and can be delegated, updated, or reviewed immediately.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-manual-ticke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In training, point out that the PM lands on the detail page rather than back on the list 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MANUAL TICKET CREATION AND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4. Return to the queue and validate the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Manual ticket visible in the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the ticket queue and confirm the new ticket appears in the expected sort order or filtered slice.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central queue with the newly created ticket listed alongside existing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demonstrates where manually created work becomes visible to the broader operations team.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see the new ticket in the queue and continue into execution if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4-ticket-queue-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search or filters to highlight the new ticket quickly during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MANUAL TICKET CREATION AND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this workflow for internal issues, discovered defects, or requests raised outside the self-service support surface.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Reinforce the difference between manually created tickets and PM-reviewed support 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ticket-create form and queue on 2026-04-11.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MANUAL TICKET CREATION AND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create a new ticket without relying on a support-originated request.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ticket appears in the queue with the expected category, department, and requester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docs/testing-guide.md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