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Doctor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a doctor uses the support landing page, FAQ pages, widgets, and assistant to resolve issues or escalate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/support/doctor/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doctor-suppor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Doctor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Doctor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/support/doctor/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Doctors enter through a dedicated support center with page-wise FAQ cards for Customer Support, In-clinic, Patient Education, and Red Flag Alert topics.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Each page can be opened as a full article set or as an embeddable widget.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If the issue is not solved, the doctor can escalate through the assistant or free-text support 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doctor can find the correct support page or assistant path without internal help.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doctor can recognize when to escalate through the assistant or support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Doctor Support landing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doctor’s main starting point for self-service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page-wise FAQ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doctor can find the correct support page or assistant path without internal help.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Escalate an unresolved 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doctor can recognize when to escalate through the assistant or support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Doctor Support 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`/support/doctor/`.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page-wise FAQ landing page with cards for each supported doctor-facing screen or journey.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doctor’s main starting point for self-service support.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doctor can identify the relevant screen or flow without needing an internal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doctor-suppor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support catalog is organized page-wise, which is different from a generic help-center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page-wise FAQ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FAQ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a page such as the In-clinic doctor verification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full FAQ page with sections, question cards, and page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gives the doctor a richer reading experience than the compact widget.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doctor can scan the relevant FAQs for the current screen.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doctor-faq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a page with multiple FAQs during training so the structure is obvious.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Use the guided assistant when the exact page is unclear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support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doctor support assistant and choose the system, flow, and screen that matches the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guided, step-by-step support assistant that narrows the support context before showing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helps doctors who know the problem but not the exact FAQ page name.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doctor either resolves the issue from a matching answer or chooses “Other.”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doctor-assistant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assistant preserves the selected system, flow, and page context for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Escalate an unresolved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page-wise support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`Other` or use the landing-page form when the answer is missing or not resolved.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form that records the issue for PM review or direct support follow-up, depending on the entry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ensures doctors can continue even when self-service content is incomplete.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issue is recorded and routed into the internal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doctor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61" y="2103120"/>
            <a:ext cx="49191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assistant-based escalation when you want to demonstrate the richer PM-review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Show both the page-wise FAQ experience and the assistant so doctors understand when each is more efficient.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widget screenshot to explain how the same content can be embedded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doctor landing page, FAQ page, assistant, and widget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DOCTOR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doctor can find the correct support page or assistant path without internal help.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doctor can recognize when to escalate through the assistant or support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docs/support-widget-integration.md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