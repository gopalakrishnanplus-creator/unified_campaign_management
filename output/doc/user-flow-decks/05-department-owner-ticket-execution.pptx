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0" y="548640"/>
            <a:ext cx="201168" cy="5669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PROJECT MANAGEMENT &amp;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28803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Department Owner Ticket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Document how a departmental owner or support lead works their scoped queue, opens ticket detail, and updates the ticket lifecycle.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17720"/>
            <a:ext cx="1325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764024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056632"/>
            <a:ext cx="1051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Department Owner / Support Lead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461772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0552" y="4764024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552" y="5056632"/>
            <a:ext cx="114300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/admin/login/ then /ticketing/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640080"/>
            <a:ext cx="69951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1-owner-ticket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910317"/>
            <a:ext cx="6995160" cy="45801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0" y="598932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Verified against the live application on 2026-04-11.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WORKFLOW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Department Owner Ticket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training-ready summary of the workflow entry point, ownership, and outcomes.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Department Owner / Support Lead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2968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/admin/login/ then /ticketing/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98464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2026-04-11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5672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611880"/>
            <a:ext cx="566928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749040"/>
            <a:ext cx="53400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Workflow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4023360"/>
            <a:ext cx="534009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Department owners see a scoped subset of the ticket queue rather than the full PM command center.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They can open ticket detail pages, change status, delegate the ticket, add notes, and review routing history.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workflow is the execution layer that follows PM triage and ticket creation.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611880"/>
            <a:ext cx="493776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3749040"/>
            <a:ext cx="46085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Success criteria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023360"/>
            <a:ext cx="460857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department owner can open only their relevant queue and work a ticket without PM assistance.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department owner knows where to update status, delegate work, and record notes.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DEPARTMENT OWNER TICKET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Decision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explain how the workflow branches from entry to completion.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304288"/>
            <a:ext cx="1170432" cy="31089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START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Authenticate as a department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This keeps operational users focused on the work they own.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2304288"/>
            <a:ext cx="1170432" cy="310896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CONTINUE WHEN RESOLVED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Open a ticket from the 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The department owner can open only their relevant queue and work a ticket without PM assistance.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0" y="2304288"/>
            <a:ext cx="1170432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ESCALATE OR HAND 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Record execution notes and review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The department owner knows where to update status, delegate work, and record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DEPARTMENT OWNER TICKET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1. Authenticate as a department owner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Department-owner ticket queue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Sign in as a staff user and open the ticket queue.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ticket list limited to the departmental scope relevant to that user.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keeps operational users focused on the work they own.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department owner sees only the queue slice they are meant to manage.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1-owner-ticket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In the demo environment, staff users can authenticate through the Django admin login and then navigate into `/ticketing/`.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DEPARTMENT OWNER TICKET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2. Open a ticket from the queue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Department-owner ticket detail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Select a ticket number from the scoped queue.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ticket detail page with classification, assignment, requester data, notes, and routing history.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is the operational workspace for day-to-day execution.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department owner can review the full context of the issue before making changes.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2-owner-ticke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Use this step to point out the difference between the PM dashboard summary and the detailed execution workspace.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DEPARTMENT OWNER TICKET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3. Update status or delegate the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Department-owner routing controls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Use the status-change and delegate controls in the ticket detail sidebar.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Status and assignee controls that update the ticket without leaving the detail page.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These controls keep ticket execution lightweight and traceable.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department owner can move work forward or hand it to the right individual.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2-owner-ticke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Show the routing controls even if you do not change the live ticket during 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DEPARTMENT OWNER TICKET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4. Record execution notes and review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Notes and routing history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Use the note form and review the routing history timeline on the ticket detail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notes section for operational commentary plus an immutable routing history panel.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These sections document how the ticket was worked over time.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department owner understands where to record progress and how to audit prior movement.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4-owner-notes-and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If attachments are used in production, explain that note uploads appear alongside the note history.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DEPARTMENT OWNER TICKET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coach facilitators on pacing, known caveats, and product reality.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54864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Trainer tips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515721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Clarify that the PM dashboard is not the primary operational screen for department owners.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Use a real scoped queue to explain role-based visibility and responsibility.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103120"/>
            <a:ext cx="54406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24028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Status and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514600"/>
            <a:ext cx="51114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Live-verified using a staff department-owner account and scoped ticket queue on 2026-04-11.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DEPARTMENT OWNER TICKET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Close-Out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End the walkthrough by confirming success and pointing learners to the next reference.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240280"/>
            <a:ext cx="54864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37744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651760"/>
            <a:ext cx="515721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department owner can open only their relevant queue and work a ticket without PM assistance.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department owner knows where to update status, delegate work, and record notes.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240280"/>
            <a:ext cx="54406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7744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Related 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651760"/>
            <a:ext cx="51114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README.md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docs/testing-guide.md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3036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Source of truth: live app, then code/templates, then project docs. Verified on 2026-04-11.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