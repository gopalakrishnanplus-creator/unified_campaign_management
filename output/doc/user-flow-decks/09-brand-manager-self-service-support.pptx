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Brand Manager Self-Service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the implemented brand-manager support center and clarify how it differs from older portal-oriented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Brand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/support/brand_manager/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brand-manager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Brand Manager Self-Service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Brand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/support/brand_manager/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live product exposes brand-manager support as a role-specific support center rather than a separate authenticated portal.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available catalog focuses on customer support authentication, sharing, and reports.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Brand managers can browse page-wise FAQs or escalate through the landing-page support form.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Brand managers understand the implemented support center entry point.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Trainers can clearly explain the difference between live behavior and older portal-oriented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BRAND MANAGER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the Brand Manager support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is the actual implemented starting point for brand-manager support in the current product.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Review an authentication or sharing FAQ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Brand managers understand the implemented support center entry point.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Submit a support request when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Trainers can clearly explain the difference between live behavior and older portal-oriented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BRAND MANAGER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Open the Brand Manager support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Brand Manager support landing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Navigate to `/support/brand_manager/`.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role-specific support landing page for brand-manager topics.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actual implemented starting point for brand-manager support in the current product.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brand manager sees the available support pages and escalation form.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brand-manager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Older extracted notes describe a richer brand-manager portal, but the live product currently implements a support center instead.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BRAND MANAGER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Review an authentication or sharing FAQ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Brand Manager FAQ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Open the `Authentication Page` or `Sharing &amp; Activation Page` from the role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page-wise FAQ view focused on the selected brand-manager support topic.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reflects how brand managers self-serve in the live implementation.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brand manager can review the relevant answers before escalating.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brand-manager-faq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the authentication page for training because it most clearly differentiates brand-manager content from clinic-staff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BRAND MANAGER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Submit a support request when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Brand Manager support request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the free-text support form on the landing page if the available pages do not resolve the 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standard support request form that captures requester details and the issue summary.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fallback when the support catalog does not cover the required action.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issue is recorded for internal handling.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brand-manager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Call out the product/documentation mismatch here if trainees expect a dedicated brand-manager portal.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BRAND MANAGER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Be explicit about the mismatch between older notes and the live product to avoid confusion during onboarding.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against the brand-manager support center on 2026-04-11. Known mismatch noted against older extracted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BRAND MANAGER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Brand managers understand the implemented support center entry point.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Trainers can clearly explain the difference between live behavior and older portal-oriented notes.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docs/extracted/customer-support.txt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