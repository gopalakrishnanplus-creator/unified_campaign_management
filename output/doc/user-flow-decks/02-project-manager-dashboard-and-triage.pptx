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0" y="548640"/>
            <a:ext cx="201168" cy="5669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PROJECT MANAGEMENT &amp;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28803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Project Manager Dashboard and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Document how a Project Manager uses the command-center dashboard to monitor workload, inspect pending items, and launch the next operational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17720"/>
            <a:ext cx="1325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764024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056632"/>
            <a:ext cx="1051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Project Manager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461772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0552" y="4764024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5056632"/>
            <a:ext cx="114300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/accounts/dev-login/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640080"/>
            <a:ext cx="69951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-dashboard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910317"/>
            <a:ext cx="6995160" cy="45801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0" y="598932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Verified against the live application on 2026-04-11.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WORKFLOW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Project Manager Dashboard and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training-ready summary of the workflow entry point, ownership, and outcomes.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Project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2968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/accounts/dev-login/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98464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2026-04-11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672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611880"/>
            <a:ext cx="566928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749040"/>
            <a:ext cx="53400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Workflow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4023360"/>
            <a:ext cx="534009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dashboard centralizes ticket KPIs, quick links, pending support reviews, a high-priority queue, and operational drill-downs.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Campaign filters can change the dashboard scope without leaving the page.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page is the fastest way to move from monitoring into ticket creation or deeper analysis.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611880"/>
            <a:ext cx="493776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3749040"/>
            <a:ext cx="46085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Success criteria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023360"/>
            <a:ext cx="460857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can find current workload, pending support reviews, and urgent tickets without leaving `/app/`.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can explain when to stay on the dashboard versus when to open ticketing or performance 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DASHBOARD AND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Decision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explain how the workflow branches from entry to completion.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304288"/>
            <a:ext cx="1170432" cy="31089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START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Sign in and open the PM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This is the primary operational entry point for PM-led 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2304288"/>
            <a:ext cx="1170432" cy="310896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CONTINUE WHEN RESOLVED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Review summary KPIs and the current queue shape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The PM can find current workload, pending support reviews, and urgent tickets without leaving `/app/`.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0" y="2304288"/>
            <a:ext cx="1170432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ESCALATE OR HAND 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Launch the next action from the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The PM can explain when to stay on the dashboard versus when to open ticketing or performance views.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DASHBOARD AND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1. Sign in and open the PM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PM dashboard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Use the development login shortcut or the standard authenticated sign-in flow, then open `/app/`.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dashboard hero area, campaign filter, and quick links for ticketing and performance.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is the primary operational entry point for PM-led work.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lands on the dashboard without needing to open multiple admin pages.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1-dashboard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In the demo environment, `/accounts/dev-login/` is the fastest path for capture and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DASHBOARD AND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2. Review summary KPIs and the current queue shape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PM dashboard KPI and queue breakdown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Scan the KPI cards and category, status, and priority breakdowns.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Decision-ready counts for total tickets, open work, critical issues, and queue distribution.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lets the PM understand workload and urgency before drilling into the queue.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knows which queue slices deserve immediate attention.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2-dashboard-operational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Use the category and status blocks to explain how the dashboard surfaces bottlenecks without opening the full ticket list first.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DASHBOARD AND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3. Inspect unresolved support submissions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PM review queue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Scroll to the PM review table for “Other” submissions that came from widgets or the assistant.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pending-review table with the originating system, flow, page context, and the escalation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connects public support journeys directly into PM operations.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can decide whether to raise a formal ticket from the unresolved issue.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3-dashboard-pending-iss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If the table is empty, trainers should explain that unresolved support requests are created only when users choose “Other” or submit a PM-review route.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DASHBOARD AND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4. Launch the next action from the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High-priority queue from the PM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Use the quick actions to open the full ticket queue, create a ticket, or move into the performance dashboard.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Clickable navigation paths that keep the PM inside the main operations loop.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dashboard is designed to reduce context-switching and keep the PM in one command center.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can move from overview to execution in one click.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4-dashboard-high-priority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Show both the full queue and the campaign performance link so the PM understands the dashboard’s dual operational and analytical roles.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DASHBOARD AND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coach facilitators on pacing, known caveats, and product reality.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54864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Trainer tips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515721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Start every PM training session here to establish a consistent operating rhythm.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Use the pending-review table as the bridge into the unresolved support workflow deck.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103120"/>
            <a:ext cx="5440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24028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Status and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514600"/>
            <a:ext cx="51114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Live-verified against the seeded demo environment on 2026-04-11.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DASHBOARD AND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Close-Out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End the walkthrough by confirming success and pointing learners to the next reference.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240280"/>
            <a:ext cx="54864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37744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651760"/>
            <a:ext cx="515721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can find current workload, pending support reviews, and urgent tickets without leaving `/app/`.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can explain when to stay on the dashboard versus when to open ticketing or performance views.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240280"/>
            <a:ext cx="54406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7744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Related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651760"/>
            <a:ext cx="51114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README.md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docs/testing-guide.md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3036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Source of truth: live app, then code/templates, then project docs. Verified on 2026-04-11.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