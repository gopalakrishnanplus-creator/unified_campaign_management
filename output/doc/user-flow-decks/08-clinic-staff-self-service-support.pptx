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Clinic Staff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the clinic-staff self-service path for shared support topics and escalation into the internal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Clinic Staff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/support/clinic_staff/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clinic-staff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Clinic Staff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Clinic Staff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/support/clinic_staff/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Clinic staff use a lighter support catalog focused on shared operational topics such as support activation and reports.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They can open page-wise FAQs or submit a free-text request from the landing page.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workflow is intentionally smaller than the doctor or field-rep flows in the current implementation.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Clinic staff can use the implemented role page to self-serve shared support topics.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Clinic staff know how to escalate when the smaller catalog does not answer the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CLINIC STAFF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the Clinic Staff support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implemented entry point for clinic-staff support needs.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a shared FAQ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Clinic staff can use the implemented role page to self-serve shared support topics.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Escalate when the answer is missing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Clinic staff know how to escalate when the smaller catalog does not answer the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CLINIC STAFF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Clinic Staff support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Clinic Staff support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Navigate to `/support/clinic_staff/`.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clinic-staff support landing page with a short page-wise FAQ catalog and a free-text request form.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implemented entry point for clinic-staff support needs.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Clinic staff can quickly identify the relevant shared support topic.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clinic-staff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Explain that the clinic-staff support surface is intentionally narrower than the doctor catalog in the live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CLINIC STAFF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Open a shared FAQ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Clinic Staff FAQ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Choose a page such as `Sharing &amp; Activation Page` or `Reports &amp; Insights Page`.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page-level FAQ view with the selected operational topic and corresponding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main self-service path for clinic-staff users.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Clinic staff can review the available answers before escalating.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clinic-staff-faq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a short FAQ page for quick walkthroughs in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CLINIC STAFF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Escalate when the answer is missing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Clinic Staff free-text support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Submit the free-text support request from the landing page if the FAQ does not resolve the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form for requester details, subject, optional campaign, and issue description.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provides a fallback path when the smaller clinic-staff catalog is not enough.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issue is recorded for internal handling.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clinic-staff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Point out that this route differs from the assistant-driven PM-review path used in other support 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CLINIC STAFF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Set expectations that this role currently has a focused support catalog rather than a large guided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clinic-staff role page and page-wise FAQ flow on 2026-04-11.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CLINIC STAFF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Clinic staff can use the implemented role page to self-serve shared support topics.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Clinic staff know how to escalate when the smaller catalog does not answer the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