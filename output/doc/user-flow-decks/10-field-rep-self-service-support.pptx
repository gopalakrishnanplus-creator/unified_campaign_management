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40480" y="548640"/>
            <a:ext cx="201168" cy="5669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88036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Field Rep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1752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Document how field reps use the role-specific support center for login, onboarding, sharing, and dashboard-menu issues.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325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764024"/>
            <a:ext cx="1051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056632"/>
            <a:ext cx="1051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Field Rep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4617720"/>
            <a:ext cx="1417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30552" y="4764024"/>
            <a:ext cx="1143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5056632"/>
            <a:ext cx="114300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/support/field_rep/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40080"/>
            <a:ext cx="699516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1-field-rep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10317"/>
            <a:ext cx="6995160" cy="4580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72000" y="598932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tos"/>
              </a:rPr>
              <a:t>Verified against the live application on 2026-04-11.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WORKFLOW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Field Rep Self-Service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A training-ready summary of the workflow entry point, ownership, and outcomes.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PRIMARY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Field Rep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2968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/support/field_rep/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8464" y="2377440"/>
            <a:ext cx="24688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63056" y="2523744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816352"/>
            <a:ext cx="219456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2026-04-11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41080" y="2377440"/>
            <a:ext cx="26517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05672" y="2523744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Aptos"/>
              </a:rPr>
              <a:t>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2816352"/>
            <a:ext cx="2377440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" y="3611880"/>
            <a:ext cx="566928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3749040"/>
            <a:ext cx="53400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Workflow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" y="4023360"/>
            <a:ext cx="5340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 reps have one of the richer public support catalogs in the current product, with In-clinic and Red Flag Alert flow pages.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role page exposes page-wise support pages and standalone widgets for field-rep workflows.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If the content does not resolve the issue, field reps can escalate using the shared support form.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611880"/>
            <a:ext cx="49377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749040"/>
            <a:ext cx="46085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Success criteria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2" y="4023360"/>
            <a:ext cx="460857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 reps can find the correct page-level support content for their flow.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 reps understand the difference between page, widget, and escalation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Decision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explain how the workflow branches from entry to completion.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2304288"/>
            <a:ext cx="1170432" cy="310896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START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the Field Rep support center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This is the live field-rep support entry point.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304288"/>
            <a:ext cx="1170432" cy="310896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CONTINUE WHEN RESOLVED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Open a field-rep-specific FAQ 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reps can find the correct page-level support content for their 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2103120"/>
            <a:ext cx="301752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0" y="2304288"/>
            <a:ext cx="1170432" cy="310896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8" y="23591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ESCALATE OR HAND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74320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tos Display"/>
              </a:rPr>
              <a:t>Escalate unresolved issues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3456432"/>
            <a:ext cx="2615184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reps understand the difference between page, widget, and escalation paths.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1. Open the Field Rep support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 support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Navigate to `/support/field_rep/`.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field-rep support page with page-wise cards for login, sharing, onboarding, dashboard menu, and shared support topics.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live field-rep support entry point.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field rep can identify the closest page or screen name to the current issue.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1-field-rep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Use the role page to explain how multiple subsystems are combined into a single support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2. Open a field-rep-specific FAQ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 FAQ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Choose a field-rep page such as `Field Rep Sharing Page` or `Field Rep Dashboard/Menu Page`.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page-level FAQ screen with the selected field-rep questions and answers.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is the primary self-service experience for field-rep issues.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field rep can review answers tied to the exact screen or flow they are using.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2-field-rep-faq-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The In-clinic sharing page works well for training because it is easy to describe visually.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3. Use the standalone widget when embedded support is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 support widget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Open the standalone widget link for a field-rep page.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compact support bot experience that can be embedded into another property.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shows how the same content can support embedded experiences for field reps.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field rep understands the smaller widget flow for quick support access.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3-field-rep-wi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361" y="2103120"/>
            <a:ext cx="49191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This is also a good lead-in to the technical widget-integration workflow deck.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Step 4. Escalate unresolved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Field Rep support request 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What the user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Submit the support form from the role page when the widget or page content is not enough.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3310128"/>
            <a:ext cx="47091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3447288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What the user sees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3721608"/>
            <a:ext cx="4379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A standard support request form that captures the user’s issue and optional campaign context.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4517136"/>
            <a:ext cx="4709160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654296"/>
            <a:ext cx="437997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Why it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" y="4928616"/>
            <a:ext cx="4379976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This keeps field-rep issues moving even when a FAQ gap exists.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The issue is handed off to the internal support workflow.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68112" y="2103120"/>
            <a:ext cx="61996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-field-rep-free-text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0111" y="2103120"/>
            <a:ext cx="5795633" cy="3794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468112" y="6016752"/>
            <a:ext cx="6172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100" b="0">
                <a:solidFill>
                  <a:srgbClr val="475569"/>
                </a:solidFill>
                <a:latin typeface="Aptos"/>
              </a:rPr>
              <a:t>Trainer note: Explain that the live product does not currently implement a separate authenticated field-rep portal beyond support and ticketing context.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Trainer Tips and Common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Use this slide to coach facilitators on pacing, known caveats, and product reality.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103120"/>
            <a:ext cx="54864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24028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Aptos"/>
              </a:rPr>
              <a:t>Trainer tips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514600"/>
            <a:ext cx="515721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Field-rep support is one of the best examples of page-wise support coverage across multiple systems, so use it when demonstrating breadth.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103120"/>
            <a:ext cx="54406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24028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Status and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514600"/>
            <a:ext cx="51114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Live-verified against the field-rep support center, FAQ page, and widget on 2026-04-11.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713232"/>
            <a:ext cx="192024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768096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Aptos"/>
              </a:rPr>
              <a:t>FIELD REP SELF-SERVICE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8138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Aptos Display"/>
              </a:rPr>
              <a:t>Close-Out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755648"/>
            <a:ext cx="79552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End the walkthrough by confirming success and pointing learners to the next reference.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46520"/>
            <a:ext cx="1115568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713232"/>
            <a:ext cx="1737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Aptos"/>
              </a:rPr>
              <a:t>Verified 2026-04-11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0280"/>
            <a:ext cx="54864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77440"/>
            <a:ext cx="515721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Aptos"/>
              </a:rPr>
              <a:t>Success criteria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651760"/>
            <a:ext cx="515721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 reps can find the correct page-level support content for their flow.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Field reps understand the difference between page, widget, and escalation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240280"/>
            <a:ext cx="544068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377440"/>
            <a:ext cx="51114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D4ED8"/>
                </a:solidFill>
                <a:latin typeface="Aptos"/>
              </a:rPr>
              <a:t>Related documents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651760"/>
            <a:ext cx="511149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README.md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docs/support-widget-integration.md</a:t>
            </a:r>
          </a:p>
          <a:p>
            <a:pPr/>
            <a:r>
              <a:rPr sz="1200" b="0">
                <a:solidFill>
                  <a:srgbClr val="0F172A"/>
                </a:solidFill>
                <a:latin typeface="Aptos"/>
              </a:rPr>
              <a:t>docs/extracted/customer-support.txt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2303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Aptos"/>
              </a:rPr>
              <a:t>Source of truth: live app, then code/templates, then project docs. Verified on 2026-04-11.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